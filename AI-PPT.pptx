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handoutMasterIdLst>
    <p:handoutMasterId r:id="rId21"/>
  </p:handoutMasterIdLst>
  <p:sldIdLst>
    <p:sldId id="491" r:id="rId3"/>
    <p:sldId id="525" r:id="rId5"/>
    <p:sldId id="647" r:id="rId6"/>
    <p:sldId id="660" r:id="rId7"/>
    <p:sldId id="648" r:id="rId8"/>
    <p:sldId id="650" r:id="rId9"/>
    <p:sldId id="651" r:id="rId10"/>
    <p:sldId id="652" r:id="rId11"/>
    <p:sldId id="657" r:id="rId12"/>
    <p:sldId id="659" r:id="rId13"/>
    <p:sldId id="658" r:id="rId14"/>
    <p:sldId id="654" r:id="rId15"/>
    <p:sldId id="656" r:id="rId16"/>
    <p:sldId id="627" r:id="rId17"/>
    <p:sldId id="653" r:id="rId18"/>
    <p:sldId id="629" r:id="rId19"/>
    <p:sldId id="631" r:id="rId20"/>
  </p:sldIdLst>
  <p:sldSz cx="9144000" cy="5143500" type="screen16x9"/>
  <p:notesSz cx="6858000" cy="9296400"/>
  <p:embeddedFontLst>
    <p:embeddedFont>
      <p:font typeface="Garamond" panose="02020404030301010803" charset="0"/>
      <p:regular r:id="rId25"/>
      <p:bold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3" userDrawn="1">
          <p15:clr>
            <a:srgbClr val="A4A3A4"/>
          </p15:clr>
        </p15:guide>
        <p15:guide id="2" orient="horz" pos="302" userDrawn="1">
          <p15:clr>
            <a:srgbClr val="A4A3A4"/>
          </p15:clr>
        </p15:guide>
        <p15:guide id="3" orient="horz" pos="2904" userDrawn="1">
          <p15:clr>
            <a:srgbClr val="A4A3A4"/>
          </p15:clr>
        </p15:guide>
        <p15:guide id="4" orient="horz" pos="462" userDrawn="1">
          <p15:clr>
            <a:srgbClr val="A4A3A4"/>
          </p15:clr>
        </p15:guide>
        <p15:guide id="5" pos="549" userDrawn="1">
          <p15:clr>
            <a:srgbClr val="A4A3A4"/>
          </p15:clr>
        </p15:guide>
        <p15:guide id="6" pos="5184" userDrawn="1">
          <p15:clr>
            <a:srgbClr val="A4A3A4"/>
          </p15:clr>
        </p15:guide>
        <p15:guide id="7" pos="2809" userDrawn="1">
          <p15:clr>
            <a:srgbClr val="A4A3A4"/>
          </p15:clr>
        </p15:guide>
        <p15:guide id="8" pos="5108" userDrawn="1">
          <p15:clr>
            <a:srgbClr val="A4A3A4"/>
          </p15:clr>
        </p15:guide>
        <p15:guide id="9" pos="6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A195B"/>
    <a:srgbClr val="005094"/>
    <a:srgbClr val="004170"/>
    <a:srgbClr val="959596"/>
    <a:srgbClr val="F0F1F1"/>
    <a:srgbClr val="004670"/>
    <a:srgbClr val="00468C"/>
    <a:srgbClr val="004D8E"/>
    <a:srgbClr val="145094"/>
    <a:srgbClr val="005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89011" autoAdjust="0"/>
  </p:normalViewPr>
  <p:slideViewPr>
    <p:cSldViewPr snapToGrid="0" showGuides="1">
      <p:cViewPr varScale="1">
        <p:scale>
          <a:sx n="97" d="100"/>
          <a:sy n="97" d="100"/>
        </p:scale>
        <p:origin x="461" y="67"/>
      </p:cViewPr>
      <p:guideLst>
        <p:guide orient="horz" pos="2843"/>
        <p:guide orient="horz" pos="302"/>
        <p:guide orient="horz" pos="2904"/>
        <p:guide orient="horz" pos="462"/>
        <p:guide pos="549"/>
        <p:guide pos="5184"/>
        <p:guide pos="2809"/>
        <p:guide pos="5108"/>
        <p:guide pos="653"/>
      </p:guideLst>
    </p:cSldViewPr>
  </p:slideViewPr>
  <p:notesTextViewPr>
    <p:cViewPr>
      <p:scale>
        <a:sx n="100" d="100"/>
        <a:sy n="100" d="100"/>
      </p:scale>
      <p:origin x="0" y="0"/>
    </p:cViewPr>
  </p:notesTextViewPr>
  <p:sorterViewPr>
    <p:cViewPr>
      <p:scale>
        <a:sx n="71" d="100"/>
        <a:sy n="71" d="100"/>
      </p:scale>
      <p:origin x="0" y="0"/>
    </p:cViewPr>
  </p:sorterViewPr>
  <p:notesViewPr>
    <p:cSldViewPr snapToGrid="0">
      <p:cViewPr varScale="1">
        <p:scale>
          <a:sx n="86" d="100"/>
          <a:sy n="86" d="100"/>
        </p:scale>
        <p:origin x="-3894" y="-96"/>
      </p:cViewPr>
      <p:guideLst>
        <p:guide orient="horz" pos="2592"/>
        <p:guide orient="horz" pos="5484"/>
        <p:guide orient="horz" pos="5777"/>
        <p:guide pos="286"/>
        <p:guide pos="4056"/>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3" name="Notes Placeholder 2"/>
          <p:cNvSpPr>
            <a:spLocks noGrp="1"/>
          </p:cNvSpPr>
          <p:nvPr>
            <p:ph type="body" sz="quarter" idx="3"/>
          </p:nvPr>
        </p:nvSpPr>
        <p:spPr>
          <a:xfrm>
            <a:off x="685800" y="4416425"/>
            <a:ext cx="5486400" cy="4183063"/>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 bg1="lt1" tx1="dk1" bg2="lt2" tx2="dk2" accent1="accent1" accent2="accent2" accent3="accent3" accent4="accent4" accent5="accent5" accent6="accent6" hlink="hlink" folHlink="folHlink"/>
  <p:hf hdr="0" ftr="0" dt="0"/>
  <p:notesStyle>
    <a:lvl1pPr marL="114300" indent="-114300" algn="l" defTabSz="914400" rtl="0" eaLnBrk="1" latinLnBrk="0" hangingPunct="1">
      <a:spcBef>
        <a:spcPts val="8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285750" indent="-113030" algn="l" defTabSz="914400" rtl="0" eaLnBrk="1" latinLnBrk="0" hangingPunct="1">
      <a:spcBef>
        <a:spcPts val="200"/>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403225" indent="-117475" algn="l" defTabSz="914400" rtl="0" eaLnBrk="1" latinLnBrk="0" hangingPunct="1">
      <a:spcBef>
        <a:spcPts val="200"/>
      </a:spcBef>
      <a:buFont typeface="Arial" panose="020B060402020202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570230" indent="-113030" algn="l" defTabSz="914400" rtl="0" eaLnBrk="1" latinLnBrk="0" hangingPunct="1">
      <a:spcBef>
        <a:spcPts val="200"/>
      </a:spcBef>
      <a:buFont typeface="Arial" panose="020B0604020202020204" pitchFamily="34" charset="0"/>
      <a:buChar char="•"/>
      <a:defRPr sz="1050" kern="1200">
        <a:solidFill>
          <a:schemeClr val="tx1"/>
        </a:solidFill>
        <a:latin typeface="Arial" panose="020B0604020202020204" pitchFamily="34" charset="0"/>
        <a:ea typeface="+mn-ea"/>
        <a:cs typeface="Arial" panose="020B0604020202020204" pitchFamily="34" charset="0"/>
      </a:defRPr>
    </a:lvl4pPr>
    <a:lvl5pPr marL="457200" indent="114300" algn="l" defTabSz="914400" rtl="0" eaLnBrk="1" latinLnBrk="0" hangingPunct="1">
      <a:buFont typeface="Arial" panose="020B0604020202020204" pitchFamily="34" charset="0"/>
      <a:buChar char="•"/>
      <a:defRPr sz="1050" kern="1200">
        <a:solidFill>
          <a:schemeClr val="tx1"/>
        </a:solidFill>
        <a:latin typeface="+mn-lt"/>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2750" y="400050"/>
            <a:ext cx="6197600" cy="3486150"/>
          </a:xfrm>
        </p:spPr>
      </p:sp>
      <p:sp>
        <p:nvSpPr>
          <p:cNvPr id="3" name="Notes Placeholder 2"/>
          <p:cNvSpPr>
            <a:spLocks noGrp="1"/>
          </p:cNvSpPr>
          <p:nvPr>
            <p:ph type="body" idx="1"/>
          </p:nvPr>
        </p:nvSpPr>
        <p:spPr/>
        <p:txBody>
          <a:bodyPr/>
          <a:lstStyle/>
          <a:p>
            <a:pPr marL="0" indent="0">
              <a:buFontTx/>
              <a:buNone/>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Rectangle 5"/>
          <p:cNvSpPr/>
          <p:nvPr userDrawn="1"/>
        </p:nvSpPr>
        <p:spPr bwMode="auto">
          <a:xfrm>
            <a:off x="0" y="0"/>
            <a:ext cx="9143999" cy="1718222"/>
          </a:xfrm>
          <a:prstGeom prst="rect">
            <a:avLst/>
          </a:prstGeom>
          <a:gradFill flip="none" rotWithShape="1">
            <a:gsLst>
              <a:gs pos="0">
                <a:srgbClr val="004170"/>
              </a:gs>
              <a:gs pos="50000">
                <a:srgbClr val="005094"/>
              </a:gs>
              <a:gs pos="100000">
                <a:srgbClr val="004170"/>
              </a:gs>
            </a:gsLst>
            <a:path path="circle">
              <a:fillToRect l="100000" t="100000"/>
            </a:path>
            <a:tileRect r="-100000" b="-100000"/>
          </a:gradFill>
          <a:ln w="19050" algn="ctr">
            <a:noFill/>
            <a:miter lim="800000"/>
          </a:ln>
        </p:spPr>
        <p:txBody>
          <a:bodyPr wrap="none" rtlCol="0" anchor="ctr"/>
          <a:lstStyle/>
          <a:p>
            <a:pPr algn="ctr">
              <a:lnSpc>
                <a:spcPct val="90000"/>
              </a:lnSpc>
            </a:pPr>
            <a:endParaRPr lang="en-US" sz="1600" b="1" dirty="0" err="1">
              <a:solidFill>
                <a:schemeClr val="bg1"/>
              </a:solidFill>
              <a:latin typeface="+mj-lt"/>
            </a:endParaRPr>
          </a:p>
        </p:txBody>
      </p:sp>
      <p:sp>
        <p:nvSpPr>
          <p:cNvPr id="35" name="Title 34"/>
          <p:cNvSpPr>
            <a:spLocks noGrp="1"/>
          </p:cNvSpPr>
          <p:nvPr>
            <p:ph type="title" hasCustomPrompt="1"/>
          </p:nvPr>
        </p:nvSpPr>
        <p:spPr>
          <a:xfrm>
            <a:off x="1039439" y="2180420"/>
            <a:ext cx="7069512" cy="517065"/>
          </a:xfrm>
        </p:spPr>
        <p:txBody>
          <a:bodyPr vert="horz" wrap="square" lIns="0" tIns="0" rIns="0" bIns="45720" rtlCol="0" anchor="b">
            <a:spAutoFit/>
          </a:bodyPr>
          <a:lstStyle>
            <a:lvl1pPr marL="0" marR="0" indent="0" algn="l" defTabSz="914400" rtl="0" eaLnBrk="1" fontAlgn="auto" latinLnBrk="0" hangingPunct="1">
              <a:lnSpc>
                <a:spcPct val="90000"/>
              </a:lnSpc>
              <a:spcBef>
                <a:spcPct val="0"/>
              </a:spcBef>
              <a:spcAft>
                <a:spcPts val="0"/>
              </a:spcAft>
              <a:buClrTx/>
              <a:buSzTx/>
              <a:buFontTx/>
              <a:buNone/>
              <a:defRPr kumimoji="0" lang="en-US" sz="3400" b="0" i="0" u="none" strike="noStrike" kern="1200" cap="none" spc="0" normalizeH="0" baseline="0" noProof="0">
                <a:ln>
                  <a:noFill/>
                </a:ln>
                <a:solidFill>
                  <a:srgbClr val="004170"/>
                </a:solidFill>
                <a:effectLst/>
                <a:uLnTx/>
                <a:uFillTx/>
                <a:latin typeface="+mj-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dirty="0"/>
              <a:t>Presentation Title Here</a:t>
            </a:r>
            <a:endParaRPr lang="en-US" dirty="0"/>
          </a:p>
        </p:txBody>
      </p:sp>
      <p:sp>
        <p:nvSpPr>
          <p:cNvPr id="38" name="Text Placeholder 2"/>
          <p:cNvSpPr>
            <a:spLocks noGrp="1"/>
          </p:cNvSpPr>
          <p:nvPr>
            <p:ph type="body" idx="1" hasCustomPrompt="1"/>
          </p:nvPr>
        </p:nvSpPr>
        <p:spPr>
          <a:xfrm>
            <a:off x="1039438" y="2685678"/>
            <a:ext cx="7069512" cy="380873"/>
          </a:xfrm>
        </p:spPr>
        <p:txBody>
          <a:bodyPr anchor="t" anchorCtr="0">
            <a:noAutofit/>
          </a:bodyPr>
          <a:lstStyle>
            <a:lvl1pPr marL="0" indent="0" algn="l" defTabSz="914400" rtl="0" eaLnBrk="1" latinLnBrk="0" hangingPunct="1">
              <a:lnSpc>
                <a:spcPct val="90000"/>
              </a:lnSpc>
              <a:spcBef>
                <a:spcPts val="600"/>
              </a:spcBef>
              <a:buFont typeface="Arial" panose="020B0604020202020204" pitchFamily="34" charset="0"/>
              <a:buNone/>
              <a:defRPr sz="2600" i="0" spc="0" baseline="0">
                <a:solidFill>
                  <a:srgbClr val="525252"/>
                </a:solidFill>
                <a:latin typeface="+mj-lt"/>
                <a:ea typeface="Roboto" panose="02000000000000000000" pitchFamily="2" charset="0"/>
                <a:cs typeface="Roboto" panose="02000000000000000000"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lnSpc>
                <a:spcPct val="75000"/>
              </a:lnSpc>
              <a:spcBef>
                <a:spcPts val="1400"/>
              </a:spcBef>
              <a:buFont typeface="Arial" panose="020B0604020202020204" pitchFamily="34" charset="0"/>
              <a:buNone/>
            </a:pPr>
            <a:r>
              <a:rPr lang="en-US" dirty="0"/>
              <a:t>Subtitle Title Here</a:t>
            </a:r>
            <a:endParaRPr lang="en-US" dirty="0"/>
          </a:p>
        </p:txBody>
      </p:sp>
      <p:sp>
        <p:nvSpPr>
          <p:cNvPr id="3" name="Text Placeholder 2"/>
          <p:cNvSpPr>
            <a:spLocks noGrp="1"/>
          </p:cNvSpPr>
          <p:nvPr>
            <p:ph type="body" sz="quarter" idx="10" hasCustomPrompt="1"/>
          </p:nvPr>
        </p:nvSpPr>
        <p:spPr>
          <a:xfrm>
            <a:off x="1036637" y="3311968"/>
            <a:ext cx="7072313" cy="872001"/>
          </a:xfrm>
        </p:spPr>
        <p:txBody>
          <a:bodyPr vert="horz" wrap="square" lIns="0" tIns="0" rIns="0" bIns="45720" rtlCol="0" anchor="t" anchorCtr="0"/>
          <a:lstStyle>
            <a:lvl1pPr marL="0" indent="0">
              <a:lnSpc>
                <a:spcPct val="100000"/>
              </a:lnSpc>
              <a:spcBef>
                <a:spcPts val="0"/>
              </a:spcBef>
              <a:buFontTx/>
              <a:buNone/>
              <a:defRPr lang="en-US" sz="1800" i="0" baseline="0" dirty="0" smtClean="0">
                <a:solidFill>
                  <a:srgbClr val="525252"/>
                </a:solidFill>
                <a:latin typeface="+mn-lt"/>
                <a:ea typeface="Roboto" panose="02000000000000000000" pitchFamily="2" charset="0"/>
                <a:cs typeface="Roboto" panose="02000000000000000000" pitchFamily="2"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endParaRPr lang="en-US" dirty="0"/>
          </a:p>
          <a:p>
            <a:pPr marL="0" lvl="0"/>
            <a:r>
              <a:rPr lang="en-US" dirty="0"/>
              <a:t>Department Name</a:t>
            </a:r>
            <a:endParaRPr lang="en-US" dirty="0"/>
          </a:p>
          <a:p>
            <a:pPr marL="0" lvl="0"/>
            <a:r>
              <a:rPr lang="en-US" dirty="0"/>
              <a:t>Presentation Date</a:t>
            </a:r>
            <a:endParaRPr lang="en-US" dirty="0"/>
          </a:p>
        </p:txBody>
      </p:sp>
      <p:pic>
        <p:nvPicPr>
          <p:cNvPr id="4" name="Picture 3" descr="A black and white sign with white text&#10;&#10;Description automatically generated"/>
          <p:cNvPicPr>
            <a:picLocks noChangeAspect="1"/>
          </p:cNvPicPr>
          <p:nvPr userDrawn="1"/>
        </p:nvPicPr>
        <p:blipFill>
          <a:blip r:embed="rId2"/>
          <a:stretch>
            <a:fillRect/>
          </a:stretch>
        </p:blipFill>
        <p:spPr>
          <a:xfrm>
            <a:off x="1036637" y="552043"/>
            <a:ext cx="3535363" cy="814976"/>
          </a:xfrm>
          <a:prstGeom prst="rect">
            <a:avLst/>
          </a:prstGeom>
        </p:spPr>
      </p:pic>
      <p:sp>
        <p:nvSpPr>
          <p:cNvPr id="2"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rgbClr val="005094"/>
                </a:solidFill>
              </a:defRPr>
            </a:lvl1pPr>
          </a:lstStyle>
          <a:p>
            <a:fld id="{4B327F5A-7D8F-4012-9A1A-2197D74A174F}" type="slidenum">
              <a:rPr lang="en-IN" smtClean="0"/>
            </a:fld>
            <a:endParaRPr lang="en-IN"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1281272"/>
            <a:ext cx="8349916" cy="3329229"/>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2100"/>
            </a:lvl2pPr>
            <a:lvl3pPr marL="742950" indent="-227330">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3180" indent="-227330">
              <a:buClr>
                <a:srgbClr val="005094"/>
              </a:buClr>
              <a:buFont typeface="Arial" panose="020B0604020202020204" pitchFamily="34" charset="0"/>
              <a:buChar char="•"/>
              <a:defRPr sz="2100"/>
            </a:lvl5pPr>
          </a:lstStyle>
          <a:p>
            <a:pPr lvl="0"/>
            <a:r>
              <a:rPr lang="en-US" dirty="0"/>
              <a:t>Click to edit Master text styles Arial 21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Text Placeholder 5"/>
          <p:cNvSpPr>
            <a:spLocks noGrp="1"/>
          </p:cNvSpPr>
          <p:nvPr>
            <p:ph type="body" sz="quarter" idx="12" hasCustomPrompt="1"/>
          </p:nvPr>
        </p:nvSpPr>
        <p:spPr>
          <a:xfrm>
            <a:off x="442762" y="811374"/>
            <a:ext cx="8349916" cy="391296"/>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defRPr/>
            </a:pPr>
            <a:r>
              <a:rPr lang="en-US" dirty="0"/>
              <a:t>Subhead Arial 24 pt</a:t>
            </a:r>
            <a:endParaRPr lang="en-US" dirty="0"/>
          </a:p>
        </p:txBody>
      </p:sp>
      <p:sp>
        <p:nvSpPr>
          <p:cNvPr id="5"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fld>
            <a:endParaRPr lang="en-IN"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914400"/>
            <a:ext cx="8349916" cy="3696101"/>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2100"/>
            </a:lvl2pPr>
            <a:lvl3pPr marL="742950" indent="-227330">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3180" indent="-227330">
              <a:buClr>
                <a:srgbClr val="005094"/>
              </a:buClr>
              <a:buFont typeface="Arial" panose="020B0604020202020204" pitchFamily="34" charset="0"/>
              <a:buChar char="•"/>
              <a:defRPr sz="2100"/>
            </a:lvl5pPr>
          </a:lstStyle>
          <a:p>
            <a:pPr lvl="0"/>
            <a:r>
              <a:rPr lang="en-US" dirty="0"/>
              <a:t>Click to edit Master text styles Arial 21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fld>
            <a:endParaRPr lang="en-IN"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914400"/>
            <a:ext cx="4129238" cy="3696101"/>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Content Placeholder 2"/>
          <p:cNvSpPr>
            <a:spLocks noGrp="1"/>
          </p:cNvSpPr>
          <p:nvPr>
            <p:ph idx="10" hasCustomPrompt="1"/>
          </p:nvPr>
        </p:nvSpPr>
        <p:spPr>
          <a:xfrm>
            <a:off x="4719587" y="914399"/>
            <a:ext cx="4073090" cy="3696101"/>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cxnSp>
        <p:nvCxnSpPr>
          <p:cNvPr id="8" name="Straight Connector 7"/>
          <p:cNvCxnSpPr/>
          <p:nvPr userDrawn="1"/>
        </p:nvCxnSpPr>
        <p:spPr>
          <a:xfrm>
            <a:off x="4648200" y="914399"/>
            <a:ext cx="0" cy="3696101"/>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Slide Number Placeholder 4"/>
          <p:cNvSpPr>
            <a:spLocks noGrp="1"/>
          </p:cNvSpPr>
          <p:nvPr>
            <p:ph type="sldNum" sz="quarter" idx="11"/>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1231900"/>
            <a:ext cx="4073091" cy="3378601"/>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Content Placeholder 2"/>
          <p:cNvSpPr>
            <a:spLocks noGrp="1"/>
          </p:cNvSpPr>
          <p:nvPr>
            <p:ph idx="10" hasCustomPrompt="1"/>
          </p:nvPr>
        </p:nvSpPr>
        <p:spPr>
          <a:xfrm>
            <a:off x="4719587" y="1231899"/>
            <a:ext cx="4073091" cy="3378601"/>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5"/>
          <p:cNvSpPr>
            <a:spLocks noGrp="1"/>
          </p:cNvSpPr>
          <p:nvPr>
            <p:ph type="body" sz="quarter" idx="12" hasCustomPrompt="1"/>
          </p:nvPr>
        </p:nvSpPr>
        <p:spPr>
          <a:xfrm>
            <a:off x="442762" y="811374"/>
            <a:ext cx="4073091" cy="391296"/>
          </a:xfrm>
        </p:spPr>
        <p:txBody>
          <a:bodyPr/>
          <a:lstStyle>
            <a:lvl1pPr marL="0" indent="0">
              <a:buNone/>
              <a:defRPr sz="2100" b="0" baseline="0">
                <a:latin typeface="+mj-lt"/>
              </a:defRPr>
            </a:lvl1pPr>
          </a:lstStyle>
          <a:p>
            <a:pPr lvl="0"/>
            <a:r>
              <a:rPr lang="en-US" dirty="0"/>
              <a:t>Subhead</a:t>
            </a:r>
            <a:endParaRPr lang="en-US" dirty="0"/>
          </a:p>
        </p:txBody>
      </p:sp>
      <p:sp>
        <p:nvSpPr>
          <p:cNvPr id="6" name="Text Placeholder 5"/>
          <p:cNvSpPr>
            <a:spLocks noGrp="1"/>
          </p:cNvSpPr>
          <p:nvPr>
            <p:ph type="body" sz="quarter" idx="13" hasCustomPrompt="1"/>
          </p:nvPr>
        </p:nvSpPr>
        <p:spPr>
          <a:xfrm>
            <a:off x="4719587" y="811374"/>
            <a:ext cx="4073091" cy="391296"/>
          </a:xfrm>
        </p:spPr>
        <p:txBody>
          <a:bodyPr/>
          <a:lstStyle>
            <a:lvl1pPr marL="0" indent="0">
              <a:buNone/>
              <a:defRPr sz="2100" b="0" baseline="0">
                <a:latin typeface="+mj-lt"/>
              </a:defRPr>
            </a:lvl1pPr>
          </a:lstStyle>
          <a:p>
            <a:pPr lvl="0"/>
            <a:r>
              <a:rPr lang="en-US" dirty="0"/>
              <a:t>Subhead</a:t>
            </a:r>
            <a:endParaRPr lang="en-US" dirty="0"/>
          </a:p>
        </p:txBody>
      </p:sp>
      <p:cxnSp>
        <p:nvCxnSpPr>
          <p:cNvPr id="7" name="Straight Connector 6"/>
          <p:cNvCxnSpPr/>
          <p:nvPr userDrawn="1"/>
        </p:nvCxnSpPr>
        <p:spPr>
          <a:xfrm>
            <a:off x="4615542" y="811374"/>
            <a:ext cx="0" cy="3799126"/>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Slide Number Placeholder 7"/>
          <p:cNvSpPr>
            <a:spLocks noGrp="1"/>
          </p:cNvSpPr>
          <p:nvPr>
            <p:ph type="sldNum" sz="quarter" idx="14"/>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3" y="224941"/>
            <a:ext cx="4172780"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914400"/>
            <a:ext cx="4129238" cy="3909599"/>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Rectangle 4"/>
          <p:cNvSpPr/>
          <p:nvPr userDrawn="1"/>
        </p:nvSpPr>
        <p:spPr bwMode="auto">
          <a:xfrm>
            <a:off x="4615543" y="-1"/>
            <a:ext cx="4528457" cy="4824000"/>
          </a:xfrm>
          <a:prstGeom prst="rect">
            <a:avLst/>
          </a:prstGeom>
          <a:solidFill>
            <a:schemeClr val="accent3">
              <a:lumMod val="20000"/>
              <a:lumOff val="80000"/>
            </a:schemeClr>
          </a:solidFill>
          <a:ln w="19050" algn="ctr">
            <a:noFill/>
            <a:miter lim="800000"/>
          </a:ln>
        </p:spPr>
        <p:txBody>
          <a:bodyPr wrap="none" rtlCol="0" anchor="ctr"/>
          <a:lstStyle/>
          <a:p>
            <a:pPr algn="ctr">
              <a:lnSpc>
                <a:spcPct val="90000"/>
              </a:lnSpc>
            </a:pPr>
            <a:endParaRPr lang="en-IN" sz="1600" b="1" dirty="0" err="1">
              <a:solidFill>
                <a:schemeClr val="bg1"/>
              </a:solidFill>
              <a:latin typeface="+mj-lt"/>
            </a:endParaRPr>
          </a:p>
        </p:txBody>
      </p:sp>
      <p:pic>
        <p:nvPicPr>
          <p:cNvPr id="10" name="Picture 9" descr="A blue and black logo&#10;&#10;Description automatically generated"/>
          <p:cNvPicPr>
            <a:picLocks noChangeAspect="1"/>
          </p:cNvPicPr>
          <p:nvPr userDrawn="1"/>
        </p:nvPicPr>
        <p:blipFill rotWithShape="1">
          <a:blip r:embed="rId2"/>
          <a:srcRect r="74035"/>
          <a:stretch>
            <a:fillRect/>
          </a:stretch>
        </p:blipFill>
        <p:spPr>
          <a:xfrm>
            <a:off x="8366780" y="118792"/>
            <a:ext cx="712936" cy="720000"/>
          </a:xfrm>
          <a:prstGeom prst="rect">
            <a:avLst/>
          </a:prstGeom>
        </p:spPr>
      </p:pic>
      <p:sp>
        <p:nvSpPr>
          <p:cNvPr id="11" name="Content Placeholder 2"/>
          <p:cNvSpPr>
            <a:spLocks noGrp="1"/>
          </p:cNvSpPr>
          <p:nvPr>
            <p:ph idx="10" hasCustomPrompt="1"/>
          </p:nvPr>
        </p:nvSpPr>
        <p:spPr>
          <a:xfrm>
            <a:off x="4757057" y="224941"/>
            <a:ext cx="4031264" cy="4599058"/>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2" name="Slide Number Placeholder 11"/>
          <p:cNvSpPr>
            <a:spLocks noGrp="1"/>
          </p:cNvSpPr>
          <p:nvPr>
            <p:ph type="sldNum" sz="quarter" idx="11"/>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2" name="Text Placeholder 3"/>
          <p:cNvSpPr>
            <a:spLocks noGrp="1"/>
          </p:cNvSpPr>
          <p:nvPr>
            <p:ph type="body" sz="quarter" idx="10" hasCustomPrompt="1"/>
          </p:nvPr>
        </p:nvSpPr>
        <p:spPr>
          <a:xfrm>
            <a:off x="444366" y="903514"/>
            <a:ext cx="8348312" cy="3733799"/>
          </a:xfrm>
        </p:spPr>
        <p:txBody>
          <a:bodyPr/>
          <a:lstStyle>
            <a:lvl1pPr marL="0" indent="0">
              <a:buFontTx/>
              <a:buNone/>
              <a:defRPr sz="2100">
                <a:latin typeface="+mj-lt"/>
              </a:defRPr>
            </a:lvl1pPr>
          </a:lstStyle>
          <a:p>
            <a:pPr marL="0" marR="0" lvl="0" indent="0" algn="l" defTabSz="914400" rtl="0" eaLnBrk="1" fontAlgn="auto" latinLnBrk="0" hangingPunct="1">
              <a:lnSpc>
                <a:spcPct val="100000"/>
              </a:lnSpc>
              <a:spcBef>
                <a:spcPts val="1000"/>
              </a:spcBef>
              <a:spcAft>
                <a:spcPts val="0"/>
              </a:spcAft>
              <a:buClr>
                <a:srgbClr val="51237F"/>
              </a:buClr>
              <a:buSzTx/>
              <a:buFontTx/>
              <a:buNone/>
              <a:defRPr/>
            </a:pPr>
            <a:r>
              <a:rPr lang="en-US" dirty="0"/>
              <a:t>Subhead Arial 21 pt</a:t>
            </a:r>
            <a:endParaRPr lang="en-IN" dirty="0"/>
          </a:p>
          <a:p>
            <a:pPr marL="0" marR="0" lvl="0" indent="0" algn="l" defTabSz="914400" rtl="0" eaLnBrk="1" fontAlgn="auto" latinLnBrk="0" hangingPunct="1">
              <a:lnSpc>
                <a:spcPct val="100000"/>
              </a:lnSpc>
              <a:spcBef>
                <a:spcPts val="1000"/>
              </a:spcBef>
              <a:spcAft>
                <a:spcPts val="0"/>
              </a:spcAft>
              <a:buClr>
                <a:srgbClr val="51237F"/>
              </a:buClr>
              <a:buSzTx/>
              <a:buFontTx/>
              <a:buNone/>
              <a:defRPr/>
            </a:pPr>
            <a:endParaRPr lang="en-US" dirty="0"/>
          </a:p>
        </p:txBody>
      </p:sp>
      <p:sp>
        <p:nvSpPr>
          <p:cNvPr id="4" name="Slide Number Placeholder 3"/>
          <p:cNvSpPr>
            <a:spLocks noGrp="1"/>
          </p:cNvSpPr>
          <p:nvPr>
            <p:ph type="sldNum" sz="quarter" idx="11"/>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2" name="Slide Number Placeholder 1"/>
          <p:cNvSpPr>
            <a:spLocks noGrp="1"/>
          </p:cNvSpPr>
          <p:nvPr>
            <p:ph type="sldNum" sz="quarter" idx="10"/>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36639" y="998545"/>
            <a:ext cx="7072312" cy="2169825"/>
          </a:xfrm>
        </p:spPr>
        <p:txBody>
          <a:bodyPr vert="horz" wrap="square" lIns="91440" tIns="45720" rIns="91440" bIns="45720" rtlCol="0" anchor="b" anchorCtr="0">
            <a:spAutoFit/>
          </a:bodyPr>
          <a:lstStyle>
            <a:lvl1pPr marL="281305" indent="-91440">
              <a:lnSpc>
                <a:spcPct val="90000"/>
              </a:lnSpc>
              <a:defRPr lang="en-US" sz="3000" kern="2200" spc="0" baseline="0" dirty="0">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eu</a:t>
            </a:r>
            <a:r>
              <a:rPr lang="en-US" dirty="0"/>
              <a:t> </a:t>
            </a:r>
            <a:r>
              <a:rPr lang="en-US" dirty="0" err="1"/>
              <a:t>diam</a:t>
            </a:r>
            <a:r>
              <a:rPr lang="en-US" dirty="0"/>
              <a:t> </a:t>
            </a:r>
            <a:r>
              <a:rPr lang="en-US" dirty="0" err="1"/>
              <a:t>viverra</a:t>
            </a:r>
            <a:r>
              <a:rPr lang="en-US" dirty="0"/>
              <a:t>, semper </a:t>
            </a:r>
            <a:r>
              <a:rPr lang="en-US" dirty="0" err="1"/>
              <a:t>odio</a:t>
            </a:r>
            <a:r>
              <a:rPr lang="en-US" dirty="0"/>
              <a:t> </a:t>
            </a:r>
            <a:r>
              <a:rPr lang="en-US" dirty="0" err="1"/>
              <a:t>eu</a:t>
            </a:r>
            <a:r>
              <a:rPr lang="en-US" dirty="0"/>
              <a:t>, </a:t>
            </a:r>
            <a:r>
              <a:rPr lang="en-US" dirty="0" err="1"/>
              <a:t>interdum</a:t>
            </a:r>
            <a:r>
              <a:rPr lang="en-US" dirty="0"/>
              <a:t> </a:t>
            </a:r>
            <a:r>
              <a:rPr lang="en-US" dirty="0" err="1"/>
              <a:t>turpis</a:t>
            </a:r>
            <a:r>
              <a:rPr lang="en-US" dirty="0"/>
              <a:t>. </a:t>
            </a:r>
            <a:r>
              <a:rPr lang="en-US" dirty="0" err="1"/>
              <a:t>Proin</a:t>
            </a:r>
            <a:r>
              <a:rPr lang="en-US" dirty="0"/>
              <a:t> </a:t>
            </a:r>
            <a:r>
              <a:rPr lang="en-US" dirty="0" err="1"/>
              <a:t>placerat</a:t>
            </a:r>
            <a:r>
              <a:rPr lang="en-US" dirty="0"/>
              <a:t> ipsum mi, ac </a:t>
            </a:r>
            <a:r>
              <a:rPr lang="en-US" dirty="0" err="1"/>
              <a:t>sodales</a:t>
            </a:r>
            <a:r>
              <a:rPr lang="en-US" dirty="0"/>
              <a:t> </a:t>
            </a:r>
            <a:r>
              <a:rPr lang="en-US" dirty="0" err="1"/>
              <a:t>tellus</a:t>
            </a:r>
            <a:r>
              <a:rPr lang="en-US" dirty="0"/>
              <a:t> </a:t>
            </a:r>
            <a:r>
              <a:rPr lang="en-US" dirty="0" err="1"/>
              <a:t>congue</a:t>
            </a:r>
            <a:r>
              <a:rPr lang="en-US" dirty="0"/>
              <a:t> </a:t>
            </a:r>
            <a:r>
              <a:rPr lang="en-US" dirty="0" err="1"/>
              <a:t>amet</a:t>
            </a:r>
            <a:r>
              <a:rPr lang="en-US" dirty="0"/>
              <a:t> dolor.”</a:t>
            </a:r>
            <a:endParaRPr lang="en-US" dirty="0"/>
          </a:p>
        </p:txBody>
      </p:sp>
      <p:sp>
        <p:nvSpPr>
          <p:cNvPr id="3" name="Content Placeholder 2"/>
          <p:cNvSpPr>
            <a:spLocks noGrp="1"/>
          </p:cNvSpPr>
          <p:nvPr>
            <p:ph idx="1" hasCustomPrompt="1"/>
          </p:nvPr>
        </p:nvSpPr>
        <p:spPr>
          <a:xfrm>
            <a:off x="1036637" y="3383309"/>
            <a:ext cx="7072313" cy="541425"/>
          </a:xfrm>
        </p:spPr>
        <p:txBody>
          <a:bodyPr vert="horz" wrap="square" lIns="91440" tIns="45720" rIns="91440" bIns="45720" rtlCol="0">
            <a:noAutofit/>
          </a:bodyPr>
          <a:lstStyle>
            <a:lvl1pPr marL="0" indent="0" algn="r">
              <a:spcBef>
                <a:spcPts val="300"/>
              </a:spcBef>
              <a:buNone/>
              <a:defRPr lang="en-US" sz="1800" baseline="0" dirty="0" smtClean="0">
                <a:solidFill>
                  <a:srgbClr val="525252"/>
                </a:solidFill>
                <a:latin typeface="+mn-lt"/>
              </a:defRPr>
            </a:lvl1pPr>
            <a:lvl2pPr marL="229870" indent="0">
              <a:buNone/>
              <a:defRPr lang="en-US" dirty="0" smtClean="0"/>
            </a:lvl2pPr>
            <a:lvl3pPr marL="515620" indent="0">
              <a:buNone/>
              <a:defRPr lang="en-US" dirty="0" smtClean="0"/>
            </a:lvl3pPr>
            <a:lvl4pPr marL="800100" indent="0">
              <a:buNone/>
              <a:defRPr lang="en-US" dirty="0" smtClean="0"/>
            </a:lvl4pPr>
            <a:lvl5pPr marL="1085850" indent="0">
              <a:buNone/>
              <a:defRPr lang="en-US" dirty="0"/>
            </a:lvl5pPr>
          </a:lstStyle>
          <a:p>
            <a:pPr lvl="0"/>
            <a:r>
              <a:rPr lang="en-US" dirty="0"/>
              <a:t>—Author’s Name</a:t>
            </a:r>
            <a:endParaRPr lang="en-US" dirty="0"/>
          </a:p>
        </p:txBody>
      </p:sp>
      <p:sp>
        <p:nvSpPr>
          <p:cNvPr id="4" name="Slide Number Placeholder 3"/>
          <p:cNvSpPr>
            <a:spLocks noGrp="1"/>
          </p:cNvSpPr>
          <p:nvPr>
            <p:ph type="sldNum" sz="quarter" idx="10"/>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Rectangle 6"/>
          <p:cNvSpPr/>
          <p:nvPr userDrawn="1"/>
        </p:nvSpPr>
        <p:spPr bwMode="auto">
          <a:xfrm>
            <a:off x="0" y="0"/>
            <a:ext cx="9143999" cy="1955800"/>
          </a:xfrm>
          <a:prstGeom prst="rect">
            <a:avLst/>
          </a:prstGeom>
          <a:gradFill flip="none" rotWithShape="1">
            <a:gsLst>
              <a:gs pos="0">
                <a:srgbClr val="004170"/>
              </a:gs>
              <a:gs pos="50000">
                <a:srgbClr val="005094"/>
              </a:gs>
              <a:gs pos="100000">
                <a:srgbClr val="004170"/>
              </a:gs>
            </a:gsLst>
            <a:path path="circle">
              <a:fillToRect l="100000" t="100000"/>
            </a:path>
            <a:tileRect r="-100000" b="-100000"/>
          </a:gradFill>
          <a:ln w="19050" algn="ctr">
            <a:noFill/>
            <a:miter lim="800000"/>
          </a:ln>
        </p:spPr>
        <p:txBody>
          <a:bodyPr wrap="none" rtlCol="0" anchor="ctr"/>
          <a:lstStyle/>
          <a:p>
            <a:pPr algn="ctr">
              <a:lnSpc>
                <a:spcPct val="90000"/>
              </a:lnSpc>
            </a:pPr>
            <a:endParaRPr lang="en-US" sz="1600" b="1" dirty="0" err="1">
              <a:solidFill>
                <a:schemeClr val="bg1"/>
              </a:solidFill>
              <a:latin typeface="+mj-lt"/>
            </a:endParaRPr>
          </a:p>
        </p:txBody>
      </p:sp>
      <p:sp>
        <p:nvSpPr>
          <p:cNvPr id="8" name="Title 1"/>
          <p:cNvSpPr>
            <a:spLocks noGrp="1"/>
          </p:cNvSpPr>
          <p:nvPr>
            <p:ph type="ctrTitle"/>
          </p:nvPr>
        </p:nvSpPr>
        <p:spPr>
          <a:xfrm>
            <a:off x="1036637" y="2445200"/>
            <a:ext cx="6950076" cy="517065"/>
          </a:xfrm>
        </p:spPr>
        <p:txBody>
          <a:bodyPr/>
          <a:lstStyle>
            <a:lvl1pPr algn="l">
              <a:defRPr sz="3600">
                <a:solidFill>
                  <a:srgbClr val="005094"/>
                </a:solidFill>
              </a:defRPr>
            </a:lvl1pPr>
          </a:lstStyle>
          <a:p>
            <a:r>
              <a:rPr lang="en-US" dirty="0"/>
              <a:t>Click to edit Master title style</a:t>
            </a:r>
            <a:endParaRPr lang="en-GB" dirty="0"/>
          </a:p>
        </p:txBody>
      </p:sp>
      <p:pic>
        <p:nvPicPr>
          <p:cNvPr id="2" name="Picture 1" descr="A black and white sign with white text&#10;&#10;Description automatically generated"/>
          <p:cNvPicPr>
            <a:picLocks noChangeAspect="1"/>
          </p:cNvPicPr>
          <p:nvPr userDrawn="1"/>
        </p:nvPicPr>
        <p:blipFill>
          <a:blip r:embed="rId2"/>
          <a:stretch>
            <a:fillRect/>
          </a:stretch>
        </p:blipFill>
        <p:spPr>
          <a:xfrm>
            <a:off x="1036637" y="552043"/>
            <a:ext cx="3535363" cy="814976"/>
          </a:xfrm>
          <a:prstGeom prst="rect">
            <a:avLst/>
          </a:prstGeom>
        </p:spPr>
      </p:pic>
      <p:sp>
        <p:nvSpPr>
          <p:cNvPr id="3" name="Rectangle 2"/>
          <p:cNvSpPr/>
          <p:nvPr userDrawn="1"/>
        </p:nvSpPr>
        <p:spPr bwMode="auto">
          <a:xfrm>
            <a:off x="-2" y="4817444"/>
            <a:ext cx="9143999" cy="326056"/>
          </a:xfrm>
          <a:prstGeom prst="rect">
            <a:avLst/>
          </a:prstGeom>
          <a:gradFill flip="none" rotWithShape="1">
            <a:gsLst>
              <a:gs pos="0">
                <a:srgbClr val="005094"/>
              </a:gs>
              <a:gs pos="50000">
                <a:srgbClr val="005094"/>
              </a:gs>
              <a:gs pos="75000">
                <a:srgbClr val="3A195B"/>
              </a:gs>
            </a:gsLst>
            <a:path path="circle">
              <a:fillToRect l="100000" t="100000"/>
            </a:path>
            <a:tileRect r="-100000" b="-100000"/>
          </a:gradFill>
          <a:ln w="19050" algn="ctr">
            <a:noFill/>
            <a:miter lim="800000"/>
          </a:ln>
        </p:spPr>
        <p:txBody>
          <a:bodyPr wrap="none" rtlCol="0" anchor="ctr"/>
          <a:lstStyle/>
          <a:p>
            <a:pPr algn="l">
              <a:lnSpc>
                <a:spcPct val="90000"/>
              </a:lnSpc>
            </a:pPr>
            <a:endParaRPr lang="en-US" sz="1200" b="0" dirty="0">
              <a:solidFill>
                <a:schemeClr val="bg1"/>
              </a:solidFill>
              <a:latin typeface="+mj-lt"/>
            </a:endParaRPr>
          </a:p>
        </p:txBody>
      </p:sp>
      <p:sp>
        <p:nvSpPr>
          <p:cNvPr id="4" name="Slide Number Placeholder 3"/>
          <p:cNvSpPr>
            <a:spLocks noGrp="1"/>
          </p:cNvSpPr>
          <p:nvPr>
            <p:ph type="sldNum" sz="quarter" idx="10"/>
          </p:nvPr>
        </p:nvSpPr>
        <p:spPr/>
        <p:txBody>
          <a:bodyPr/>
          <a:lstStyle/>
          <a:p>
            <a:fld id="{4B327F5A-7D8F-4012-9A1A-2197D74A174F}" type="slidenum">
              <a:rPr lang="en-IN" smtClean="0"/>
            </a:fld>
            <a:endParaRPr lang="en-IN" dirty="0"/>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2" y="4817444"/>
            <a:ext cx="9143999" cy="326056"/>
          </a:xfrm>
          <a:prstGeom prst="rect">
            <a:avLst/>
          </a:prstGeom>
          <a:gradFill flip="none" rotWithShape="1">
            <a:gsLst>
              <a:gs pos="0">
                <a:srgbClr val="005094"/>
              </a:gs>
              <a:gs pos="50000">
                <a:srgbClr val="005094"/>
              </a:gs>
              <a:gs pos="75000">
                <a:srgbClr val="3A195B"/>
              </a:gs>
            </a:gsLst>
            <a:path path="circle">
              <a:fillToRect l="100000" t="100000"/>
            </a:path>
            <a:tileRect r="-100000" b="-100000"/>
          </a:gradFill>
          <a:ln w="19050" algn="ctr">
            <a:noFill/>
            <a:miter lim="800000"/>
          </a:ln>
        </p:spPr>
        <p:txBody>
          <a:bodyPr wrap="none" rtlCol="0" anchor="ctr"/>
          <a:lstStyle/>
          <a:p>
            <a:pPr algn="l">
              <a:lnSpc>
                <a:spcPct val="90000"/>
              </a:lnSpc>
            </a:pPr>
            <a:endParaRPr lang="en-US" sz="1200" b="0" dirty="0">
              <a:solidFill>
                <a:schemeClr val="bg1"/>
              </a:solidFill>
              <a:latin typeface="+mj-lt"/>
            </a:endParaRPr>
          </a:p>
        </p:txBody>
      </p:sp>
      <p:sp>
        <p:nvSpPr>
          <p:cNvPr id="2" name="Title Placeholder 1"/>
          <p:cNvSpPr>
            <a:spLocks noGrp="1"/>
          </p:cNvSpPr>
          <p:nvPr>
            <p:ph type="title"/>
          </p:nvPr>
        </p:nvSpPr>
        <p:spPr>
          <a:xfrm>
            <a:off x="1036638" y="633475"/>
            <a:ext cx="7072312" cy="438582"/>
          </a:xfrm>
          <a:prstGeom prst="rect">
            <a:avLst/>
          </a:prstGeom>
        </p:spPr>
        <p:txBody>
          <a:bodyPr vert="horz" wrap="square" lIns="0" tIns="0" rIns="0" bIns="45720" rtlCol="0" anchor="t" anchorCtr="0">
            <a:spAutoFit/>
          </a:bodyPr>
          <a:lstStyle/>
          <a:p>
            <a:r>
              <a:rPr lang="en-US" dirty="0"/>
              <a:t>Slide Title Here</a:t>
            </a:r>
            <a:endParaRPr lang="en-US" dirty="0"/>
          </a:p>
        </p:txBody>
      </p:sp>
      <p:sp>
        <p:nvSpPr>
          <p:cNvPr id="3" name="Text Placeholder 2"/>
          <p:cNvSpPr>
            <a:spLocks noGrp="1"/>
          </p:cNvSpPr>
          <p:nvPr>
            <p:ph type="body" idx="1"/>
          </p:nvPr>
        </p:nvSpPr>
        <p:spPr>
          <a:xfrm>
            <a:off x="1036638" y="1108347"/>
            <a:ext cx="7072312" cy="3171045"/>
          </a:xfrm>
          <a:prstGeom prst="rect">
            <a:avLst/>
          </a:prstGeom>
        </p:spPr>
        <p:txBody>
          <a:bodyPr vert="horz" wrap="square" lIns="0" tIns="0" rIns="0" bIns="45720" rtlCol="0">
            <a:noAutofit/>
          </a:bodyPr>
          <a:lstStyle/>
          <a:p>
            <a:pPr lvl="0"/>
            <a:r>
              <a:rPr lang="en-US" dirty="0"/>
              <a:t>Click to edit bullet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9" name="Picture 8" descr="A blue and black logo&#10;&#10;Description automatically generated"/>
          <p:cNvPicPr>
            <a:picLocks noChangeAspect="1"/>
          </p:cNvPicPr>
          <p:nvPr userDrawn="1"/>
        </p:nvPicPr>
        <p:blipFill rotWithShape="1">
          <a:blip r:embed="rId12"/>
          <a:srcRect r="74035"/>
          <a:stretch>
            <a:fillRect/>
          </a:stretch>
        </p:blipFill>
        <p:spPr>
          <a:xfrm>
            <a:off x="8366780" y="118792"/>
            <a:ext cx="712936" cy="720000"/>
          </a:xfrm>
          <a:prstGeom prst="rect">
            <a:avLst/>
          </a:prstGeom>
        </p:spPr>
      </p:pic>
      <p:sp>
        <p:nvSpPr>
          <p:cNvPr id="11"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ftr="0" dt="0"/>
  <p:txStyles>
    <p:title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p:titleStyle>
    <p:bodyStyle>
      <a:lvl1pPr marL="168275" indent="-168275" algn="l" defTabSz="914400" rtl="0" eaLnBrk="1" latinLnBrk="0" hangingPunct="1">
        <a:lnSpc>
          <a:spcPct val="100000"/>
        </a:lnSpc>
        <a:spcBef>
          <a:spcPts val="1000"/>
        </a:spcBef>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318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22580" y="2674620"/>
            <a:ext cx="8758555" cy="508635"/>
          </a:xfrm>
        </p:spPr>
        <p:txBody>
          <a:bodyPr/>
          <a:lstStyle/>
          <a:p>
            <a:pPr algn="ctr"/>
            <a:r>
              <a:rPr lang="en-US" dirty="0">
                <a:latin typeface="Times New Roman" panose="02020603050405020304" charset="0"/>
                <a:cs typeface="Times New Roman" panose="02020603050405020304" charset="0"/>
              </a:rPr>
              <a:t>Topic Title - </a:t>
            </a:r>
            <a:r>
              <a:rPr lang="en-US" altLang="en-US" dirty="0">
                <a:solidFill>
                  <a:srgbClr val="0070C0"/>
                </a:solidFill>
                <a:latin typeface="Times New Roman" panose="02020603050405020304" charset="0"/>
                <a:cs typeface="Times New Roman" panose="02020603050405020304" charset="0"/>
              </a:rPr>
              <a:t>“AI-Based Stroke Risk Prediction and Analysis System”</a:t>
            </a:r>
            <a:endParaRPr lang="en-US" altLang="en-US" dirty="0">
              <a:solidFill>
                <a:srgbClr val="0070C0"/>
              </a:solidFill>
              <a:latin typeface="Times New Roman" panose="02020603050405020304" charset="0"/>
              <a:cs typeface="Times New Roman" panose="02020603050405020304" charset="0"/>
            </a:endParaRPr>
          </a:p>
        </p:txBody>
      </p:sp>
      <p:sp>
        <p:nvSpPr>
          <p:cNvPr id="6" name="Text Placeholder 5"/>
          <p:cNvSpPr>
            <a:spLocks noGrp="1"/>
          </p:cNvSpPr>
          <p:nvPr>
            <p:ph type="body" sz="quarter" idx="10"/>
          </p:nvPr>
        </p:nvSpPr>
        <p:spPr>
          <a:xfrm>
            <a:off x="322523" y="3379841"/>
            <a:ext cx="8506598" cy="1437832"/>
          </a:xfrm>
        </p:spPr>
        <p:txBody>
          <a:bodyPr/>
          <a:lstStyle/>
          <a:p>
            <a:pPr algn="just"/>
            <a:endParaRPr lang="en-US" sz="1600" dirty="0">
              <a:latin typeface="Times New Roman" panose="02020603050405020304" charset="0"/>
              <a:cs typeface="Times New Roman" panose="02020603050405020304" charset="0"/>
            </a:endParaRPr>
          </a:p>
          <a:p>
            <a:pPr algn="just"/>
            <a:r>
              <a:rPr lang="en-US" sz="1600" dirty="0">
                <a:latin typeface="Times New Roman" panose="02020603050405020304" charset="0"/>
                <a:cs typeface="Times New Roman" panose="02020603050405020304" charset="0"/>
              </a:rPr>
              <a:t>Presenter’s Names </a:t>
            </a:r>
            <a:r>
              <a:rPr lang="en-US" dirty="0">
                <a:latin typeface="Times New Roman" panose="02020603050405020304" charset="0"/>
                <a:cs typeface="Times New Roman" panose="02020603050405020304" charset="0"/>
              </a:rPr>
              <a:t>–</a:t>
            </a:r>
            <a:r>
              <a:rPr lang="en-US" dirty="0">
                <a:solidFill>
                  <a:srgbClr val="005094"/>
                </a:solidFill>
                <a:latin typeface="Times New Roman" panose="02020603050405020304" charset="0"/>
                <a:cs typeface="Times New Roman" panose="02020603050405020304" charset="0"/>
              </a:rPr>
              <a:t> G.Poojitha,M.Sravani,T.Madhulika,M.Manjusha,T.Mishrutha</a:t>
            </a:r>
            <a:endParaRPr lang="en-US" dirty="0">
              <a:solidFill>
                <a:srgbClr val="005094"/>
              </a:solidFill>
              <a:latin typeface="Times New Roman" panose="02020603050405020304" charset="0"/>
              <a:cs typeface="Times New Roman" panose="02020603050405020304" charset="0"/>
            </a:endParaRPr>
          </a:p>
          <a:p>
            <a:pPr algn="just"/>
            <a:endParaRPr lang="en-US" sz="1600" dirty="0">
              <a:solidFill>
                <a:srgbClr val="005094"/>
              </a:solidFill>
              <a:latin typeface="Times New Roman" panose="02020603050405020304" charset="0"/>
              <a:cs typeface="Times New Roman" panose="02020603050405020304" charset="0"/>
            </a:endParaRPr>
          </a:p>
          <a:p>
            <a:pPr algn="just"/>
            <a:r>
              <a:rPr lang="en-US" sz="1600" dirty="0">
                <a:latin typeface="Times New Roman" panose="02020603050405020304" charset="0"/>
                <a:cs typeface="Times New Roman" panose="02020603050405020304" charset="0"/>
              </a:rPr>
              <a:t>Presenter’s ROLL NUMBERS –</a:t>
            </a:r>
            <a:r>
              <a:rPr lang="en-US" sz="1600" dirty="0">
                <a:solidFill>
                  <a:srgbClr val="005094"/>
                </a:solidFill>
                <a:latin typeface="Times New Roman" panose="02020603050405020304" charset="0"/>
                <a:cs typeface="Times New Roman" panose="02020603050405020304" charset="0"/>
              </a:rPr>
              <a:t>23951A04C0,23951A04B9,23951A0491,23951A0496,23951A04A2</a:t>
            </a:r>
            <a:endParaRPr lang="en-US" sz="1600" dirty="0">
              <a:solidFill>
                <a:srgbClr val="005094"/>
              </a:solidFill>
              <a:latin typeface="Times New Roman" panose="02020603050405020304" charset="0"/>
              <a:cs typeface="Times New Roman" panose="02020603050405020304" charset="0"/>
            </a:endParaRPr>
          </a:p>
          <a:p>
            <a:pPr algn="just"/>
            <a:endParaRPr lang="en-US" dirty="0">
              <a:solidFill>
                <a:srgbClr val="005094"/>
              </a:solidFill>
              <a:latin typeface="Times New Roman" panose="02020603050405020304" charset="0"/>
              <a:cs typeface="Times New Roman" panose="02020603050405020304" charset="0"/>
            </a:endParaRPr>
          </a:p>
        </p:txBody>
      </p:sp>
      <p:sp>
        <p:nvSpPr>
          <p:cNvPr id="7" name="Slide Number Placeholder 6"/>
          <p:cNvSpPr>
            <a:spLocks noGrp="1"/>
          </p:cNvSpPr>
          <p:nvPr>
            <p:ph type="sldNum" sz="quarter" idx="4"/>
          </p:nvPr>
        </p:nvSpPr>
        <p:spPr>
          <a:xfrm>
            <a:off x="8466073" y="4817444"/>
            <a:ext cx="514350" cy="326056"/>
          </a:xfrm>
        </p:spPr>
        <p:txBody>
          <a:bodyPr/>
          <a:lstStyle/>
          <a:p>
            <a:fld id="{4B327F5A-7D8F-4012-9A1A-2197D74A174F}" type="slidenum">
              <a:rPr lang="en-IN" smtClean="0"/>
            </a:fld>
            <a:r>
              <a:rPr lang="en-IN" dirty="0"/>
              <a:t>11</a:t>
            </a:r>
            <a:r>
              <a:rPr lang="en-IN" dirty="0">
                <a:solidFill>
                  <a:schemeClr val="bg2"/>
                </a:solidFill>
              </a:rPr>
              <a:t>1</a:t>
            </a:r>
            <a:endParaRPr lang="en-IN" dirty="0"/>
          </a:p>
        </p:txBody>
      </p:sp>
      <p:sp>
        <p:nvSpPr>
          <p:cNvPr id="2" name="Title 1"/>
          <p:cNvSpPr/>
          <p:nvPr>
            <p:ph type="title"/>
          </p:nvPr>
        </p:nvSpPr>
        <p:spPr>
          <a:xfrm>
            <a:off x="1396309" y="1961520"/>
            <a:ext cx="7069512" cy="516255"/>
          </a:xfrm>
        </p:spPr>
        <p:txBody>
          <a:bodyPr/>
          <a:p>
            <a:r>
              <a:rPr lang="en-US" altLang="en-US"/>
              <a:t>IBM SkillsBuild Hackathon 2026 </a:t>
            </a:r>
            <a:endParaRPr lang="en-US" altLang="en-US"/>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281" y="152800"/>
            <a:ext cx="8349916" cy="507831"/>
          </a:xfrm>
        </p:spPr>
        <p:txBody>
          <a:bodyPr/>
          <a:lstStyle/>
          <a:p>
            <a:r>
              <a:rPr lang="en-IN" dirty="0">
                <a:latin typeface="Times New Roman" panose="02020603050405020304" charset="0"/>
                <a:cs typeface="Times New Roman" panose="02020603050405020304" charset="0"/>
              </a:rPr>
              <a:t>I</a:t>
            </a:r>
            <a:r>
              <a:rPr lang="en-IN" dirty="0">
                <a:solidFill>
                  <a:srgbClr val="005094"/>
                </a:solidFill>
                <a:latin typeface="Times New Roman" panose="02020603050405020304" charset="0"/>
                <a:cs typeface="Times New Roman" panose="02020603050405020304" charset="0"/>
              </a:rPr>
              <a:t>ntroduction</a:t>
            </a:r>
            <a:endParaRPr lang="en-IN" dirty="0">
              <a:latin typeface="Times New Roman" panose="02020603050405020304" charset="0"/>
              <a:cs typeface="Times New Roman" panose="02020603050405020304" charset="0"/>
            </a:endParaRPr>
          </a:p>
        </p:txBody>
      </p:sp>
      <p:sp>
        <p:nvSpPr>
          <p:cNvPr id="3" name="Slide Number Placeholder 2"/>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5" name="Content Placeholder 4"/>
          <p:cNvSpPr/>
          <p:nvPr>
            <p:ph idx="1"/>
          </p:nvPr>
        </p:nvSpPr>
        <p:spPr>
          <a:xfrm>
            <a:off x="399415" y="778510"/>
            <a:ext cx="8392795" cy="3832225"/>
          </a:xfrm>
        </p:spPr>
        <p:txBody>
          <a:bodyPr/>
          <a:p>
            <a:pPr marL="0" indent="0" fontAlgn="auto">
              <a:lnSpc>
                <a:spcPct val="150000"/>
              </a:lnSpc>
              <a:buNone/>
            </a:pPr>
            <a:r>
              <a:rPr lang="en-US" altLang="en-US" sz="1800">
                <a:latin typeface="Times New Roman" panose="02020603050405020304" charset="0"/>
                <a:cs typeface="Times New Roman" panose="02020603050405020304" charset="0"/>
              </a:rPr>
              <a:t>The Stroke Risk Prediction System is a modern web-based healthcare application designed to assist individuals in evaluating their potential risk of experiencing a stroke based on a wide range of clinical measurements and lifestyle factors. Stroke is one of the leading causes of death and long-term disability worldwide, making early detection and preventive care extremely important. This system provides a simple yet effective platform where users can input their personal, medical, and lifestyle data—such as age, blood pressure, cholesterol levels, glucose levels, smoking habits, and physical activity—and receive an instant risk assessment expressed as a percentage. </a:t>
            </a:r>
            <a:endParaRPr lang="en-US" altLang="en-US" sz="1800">
              <a:latin typeface="Times New Roman" panose="02020603050405020304" charset="0"/>
              <a:cs typeface="Times New Roman" panose="0202060305040502030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t>Problem Statement</a:t>
            </a:r>
            <a:endParaRPr lang="en-US"/>
          </a:p>
        </p:txBody>
      </p:sp>
      <p:sp>
        <p:nvSpPr>
          <p:cNvPr id="3" name="Content Placeholder 2"/>
          <p:cNvSpPr>
            <a:spLocks noGrp="1"/>
          </p:cNvSpPr>
          <p:nvPr>
            <p:ph idx="1"/>
          </p:nvPr>
        </p:nvSpPr>
        <p:spPr>
          <a:xfrm>
            <a:off x="442595" y="916940"/>
            <a:ext cx="8349615" cy="3693795"/>
          </a:xfrm>
        </p:spPr>
        <p:txBody>
          <a:bodyPr/>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Lack of early detection systems for identifying individuals at risk of stroke.</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People are often unaware of how multiple health and lifestyle factors contribute to stroke risk.</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Manual health assessment is time-consuming and requires medical expertise.</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Limited access to quick and affordable preliminary health risk analysis tools.</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Difficulty in combining clinical data (BP, cholesterol, glucose, etc.) with lifestyle factors for accurate prediction.</a:t>
            </a:r>
            <a:endParaRPr lang="en-US" altLang="en-US" sz="1800">
              <a:latin typeface="Times New Roman" panose="02020603050405020304" charset="0"/>
              <a:cs typeface="Times New Roman" panose="02020603050405020304" charset="0"/>
            </a:endParaRPr>
          </a:p>
          <a:p>
            <a:pPr marL="0" indent="0" fontAlgn="auto">
              <a:lnSpc>
                <a:spcPct val="150000"/>
              </a:lnSpc>
              <a:buNone/>
            </a:pPr>
            <a:endParaRPr lang="en-US" altLang="en-US" sz="1800">
              <a:latin typeface="Times New Roman" panose="02020603050405020304" charset="0"/>
              <a:cs typeface="Times New Roman" panose="02020603050405020304" charset="0"/>
            </a:endParaRPr>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t>System Architecture</a:t>
            </a:r>
            <a:endParaRPr 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pic>
        <p:nvPicPr>
          <p:cNvPr id="6" name="Picture 1" descr="ChatGPT Image Apr 27, 2026, 04_55_15 PM"/>
          <p:cNvPicPr>
            <a:picLocks noChangeAspect="1"/>
          </p:cNvPicPr>
          <p:nvPr/>
        </p:nvPicPr>
        <p:blipFill>
          <a:blip r:embed="rId1"/>
          <a:stretch>
            <a:fillRect/>
          </a:stretch>
        </p:blipFill>
        <p:spPr>
          <a:xfrm>
            <a:off x="1157923" y="872490"/>
            <a:ext cx="6546215" cy="3751580"/>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t>Objectives</a:t>
            </a:r>
            <a:endParaRPr lang="en-US"/>
          </a:p>
        </p:txBody>
      </p:sp>
      <p:sp>
        <p:nvSpPr>
          <p:cNvPr id="3" name="Content Placeholder 2"/>
          <p:cNvSpPr>
            <a:spLocks noGrp="1"/>
          </p:cNvSpPr>
          <p:nvPr>
            <p:ph idx="1"/>
          </p:nvPr>
        </p:nvSpPr>
        <p:spPr>
          <a:xfrm>
            <a:off x="127635" y="583565"/>
            <a:ext cx="8664575" cy="4027170"/>
          </a:xfrm>
        </p:spPr>
        <p:txBody>
          <a:bodyPr/>
          <a:p>
            <a:pPr>
              <a:buFont typeface="Arial" panose="020B0604020202020204" pitchFamily="34" charset="0"/>
              <a:buChar char="•"/>
            </a:pPr>
            <a:endParaRPr lang="en-US" altLang="en-US" sz="1800">
              <a:latin typeface="Times New Roman" panose="02020603050405020304" charset="0"/>
              <a:cs typeface="Times New Roman" panose="02020603050405020304" charset="0"/>
            </a:endParaRPr>
          </a:p>
          <a:p>
            <a:pPr>
              <a:buFont typeface="Arial" panose="020B0604020202020204" pitchFamily="34" charset="0"/>
              <a:buChar char="•"/>
            </a:pPr>
            <a:r>
              <a:rPr lang="en-US" altLang="en-US" sz="1800">
                <a:latin typeface="Times New Roman" panose="02020603050405020304" charset="0"/>
                <a:cs typeface="Times New Roman" panose="02020603050405020304" charset="0"/>
              </a:rPr>
              <a:t>To develop a system that can predict stroke risk accurately using clinical and lifestyle data.</a:t>
            </a:r>
            <a:endParaRPr lang="en-US" altLang="en-US" sz="1800">
              <a:latin typeface="Times New Roman" panose="02020603050405020304" charset="0"/>
              <a:cs typeface="Times New Roman" panose="02020603050405020304" charset="0"/>
            </a:endParaRPr>
          </a:p>
          <a:p>
            <a:pPr>
              <a:buFont typeface="Arial" panose="020B0604020202020204" pitchFamily="34" charset="0"/>
              <a:buChar char="•"/>
            </a:pPr>
            <a:r>
              <a:rPr lang="en-US" altLang="en-US" sz="1800">
                <a:latin typeface="Times New Roman" panose="02020603050405020304" charset="0"/>
                <a:cs typeface="Times New Roman" panose="02020603050405020304" charset="0"/>
              </a:rPr>
              <a:t>To provide early identification of high-risk individuals to enable preventive action.</a:t>
            </a:r>
            <a:endParaRPr lang="en-US" altLang="en-US" sz="1800">
              <a:latin typeface="Times New Roman" panose="02020603050405020304" charset="0"/>
              <a:cs typeface="Times New Roman" panose="02020603050405020304" charset="0"/>
            </a:endParaRPr>
          </a:p>
          <a:p>
            <a:pPr>
              <a:buFont typeface="Arial" panose="020B0604020202020204" pitchFamily="34" charset="0"/>
              <a:buChar char="•"/>
            </a:pPr>
            <a:r>
              <a:rPr lang="en-US" altLang="en-US" sz="1800">
                <a:latin typeface="Times New Roman" panose="02020603050405020304" charset="0"/>
                <a:cs typeface="Times New Roman" panose="02020603050405020304" charset="0"/>
              </a:rPr>
              <a:t>To integrate multiple factors such as age, medical history, and daily habits into a single assessment model.</a:t>
            </a:r>
            <a:endParaRPr lang="en-US" altLang="en-US" sz="1800">
              <a:latin typeface="Times New Roman" panose="02020603050405020304" charset="0"/>
              <a:cs typeface="Times New Roman" panose="02020603050405020304" charset="0"/>
            </a:endParaRPr>
          </a:p>
          <a:p>
            <a:pPr>
              <a:buFont typeface="Arial" panose="020B0604020202020204" pitchFamily="34" charset="0"/>
              <a:buChar char="•"/>
            </a:pPr>
            <a:r>
              <a:rPr lang="en-US" altLang="en-US" sz="1800">
                <a:latin typeface="Times New Roman" panose="02020603050405020304" charset="0"/>
                <a:cs typeface="Times New Roman" panose="02020603050405020304" charset="0"/>
              </a:rPr>
              <a:t>To deliver instant risk evaluation results in a simple and understandable format.</a:t>
            </a:r>
            <a:endParaRPr lang="en-US" altLang="en-US" sz="1800">
              <a:latin typeface="Times New Roman" panose="02020603050405020304" charset="0"/>
              <a:cs typeface="Times New Roman" panose="02020603050405020304" charset="0"/>
            </a:endParaRPr>
          </a:p>
          <a:p>
            <a:pPr>
              <a:buFont typeface="Arial" panose="020B0604020202020204" pitchFamily="34" charset="0"/>
              <a:buChar char="•"/>
            </a:pPr>
            <a:r>
              <a:rPr lang="en-US" altLang="en-US" sz="1800">
                <a:latin typeface="Times New Roman" panose="02020603050405020304" charset="0"/>
                <a:cs typeface="Times New Roman" panose="02020603050405020304" charset="0"/>
              </a:rPr>
              <a:t>To generate personalized health recommendations based on the user’s risk level.</a:t>
            </a:r>
            <a:endParaRPr lang="en-US" altLang="en-US" sz="1800">
              <a:latin typeface="Times New Roman" panose="02020603050405020304" charset="0"/>
              <a:cs typeface="Times New Roman" panose="02020603050405020304" charset="0"/>
            </a:endParaRPr>
          </a:p>
          <a:p>
            <a:pPr>
              <a:buFont typeface="Arial" panose="020B0604020202020204" pitchFamily="34" charset="0"/>
              <a:buChar char="•"/>
            </a:pPr>
            <a:r>
              <a:rPr lang="en-US" altLang="en-US" sz="1800">
                <a:latin typeface="Times New Roman" panose="02020603050405020304" charset="0"/>
                <a:cs typeface="Times New Roman" panose="02020603050405020304" charset="0"/>
              </a:rPr>
              <a:t>To design a user-friendly and interactive interface for easy data input and result visualization.</a:t>
            </a:r>
            <a:endParaRPr lang="en-US" altLang="en-US" sz="1800">
              <a:latin typeface="Times New Roman" panose="02020603050405020304" charset="0"/>
              <a:cs typeface="Times New Roman" panose="02020603050405020304" charset="0"/>
            </a:endParaRPr>
          </a:p>
          <a:p>
            <a:pPr>
              <a:buFont typeface="Arial" panose="020B0604020202020204" pitchFamily="34" charset="0"/>
              <a:buChar char="•"/>
            </a:pPr>
            <a:r>
              <a:rPr lang="en-US" altLang="en-US" sz="1800">
                <a:latin typeface="Times New Roman" panose="02020603050405020304" charset="0"/>
                <a:cs typeface="Times New Roman" panose="02020603050405020304" charset="0"/>
              </a:rPr>
              <a:t>To create a fully browser-based application that requires no installation or backend support.</a:t>
            </a:r>
            <a:endParaRPr lang="en-US" altLang="en-US" sz="1800">
              <a:latin typeface="Times New Roman" panose="02020603050405020304" charset="0"/>
              <a:cs typeface="Times New Roman" panose="02020603050405020304" charset="0"/>
            </a:endParaRPr>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t>Working Algorithm </a:t>
            </a:r>
            <a:endParaRPr 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
        <p:nvSpPr>
          <p:cNvPr id="7" name="Content Placeholder 6"/>
          <p:cNvSpPr/>
          <p:nvPr>
            <p:ph idx="1"/>
          </p:nvPr>
        </p:nvSpPr>
        <p:spPr>
          <a:xfrm>
            <a:off x="442595" y="732790"/>
            <a:ext cx="8349615" cy="3877945"/>
          </a:xfrm>
        </p:spPr>
        <p:txBody>
          <a:bodyPr/>
          <a:p>
            <a:pPr fontAlgn="auto">
              <a:lnSpc>
                <a:spcPct val="150000"/>
              </a:lnSpc>
              <a:buFont typeface="Arial" panose="020B0604020202020204" pitchFamily="34" charset="0"/>
              <a:buChar char="•"/>
            </a:pPr>
            <a:r>
              <a:rPr lang="en-US" altLang="en-US" sz="1600">
                <a:latin typeface="Times New Roman" panose="02020603050405020304" charset="0"/>
                <a:cs typeface="Times New Roman" panose="02020603050405020304" charset="0"/>
              </a:rPr>
              <a:t>Working Algorithm (Data Processing)</a:t>
            </a:r>
            <a:endParaRPr lang="en-US" altLang="en-US" sz="16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600">
                <a:latin typeface="Times New Roman" panose="02020603050405020304" charset="0"/>
                <a:cs typeface="Times New Roman" panose="02020603050405020304" charset="0"/>
              </a:rPr>
              <a:t>The system collects user input including demographic details, clinical measurements, lifestyle factors, and medical history.</a:t>
            </a:r>
            <a:endParaRPr lang="en-US" altLang="en-US" sz="16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600">
                <a:latin typeface="Times New Roman" panose="02020603050405020304" charset="0"/>
                <a:cs typeface="Times New Roman" panose="02020603050405020304" charset="0"/>
              </a:rPr>
              <a:t>Input data is validated to ensure all required fields are filled and values are within valid ranges.</a:t>
            </a:r>
            <a:endParaRPr lang="en-US" altLang="en-US" sz="16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600">
                <a:latin typeface="Times New Roman" panose="02020603050405020304" charset="0"/>
                <a:cs typeface="Times New Roman" panose="02020603050405020304" charset="0"/>
              </a:rPr>
              <a:t>A risk score is initialized to zero.</a:t>
            </a:r>
            <a:endParaRPr lang="en-US" altLang="en-US" sz="16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600">
                <a:latin typeface="Times New Roman" panose="02020603050405020304" charset="0"/>
                <a:cs typeface="Times New Roman" panose="02020603050405020304" charset="0"/>
              </a:rPr>
              <a:t>Each parameter (Age, Blood Pressure, Cholesterol, Glucose, BMI, etc.) is assigned a specific weight based on its impact on stroke risk.</a:t>
            </a:r>
            <a:endParaRPr lang="en-US" altLang="en-US" sz="16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600">
                <a:latin typeface="Times New Roman" panose="02020603050405020304" charset="0"/>
                <a:cs typeface="Times New Roman" panose="02020603050405020304" charset="0"/>
              </a:rPr>
              <a:t>Scores from all factors are combined to compute the total risk score using a weighted approach.</a:t>
            </a:r>
            <a:endParaRPr lang="en-US" altLang="en-US" sz="1600">
              <a:latin typeface="Times New Roman" panose="02020603050405020304" charset="0"/>
              <a:cs typeface="Times New Roman" panose="02020603050405020304" charset="0"/>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20980" y="94615"/>
            <a:ext cx="8349615" cy="4820920"/>
          </a:xfrm>
        </p:spPr>
        <p:txBody>
          <a:bodyPr/>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The total score is converted into a percentage to represent stroke risk.</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Based on the percentage, users are classified into:</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High Risk (60–100%) – Immediate medical attention required</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Moderate Risk (30–59%) – Lifestyle changes recommended</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Low Risk (0–29%) – Maintain healthy habits</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The system provides personalized recommendations based on the user’s condition.</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Final output includes risk percentage, category, and health suggestions displayed in a clear format.</a:t>
            </a:r>
            <a:endParaRPr lang="en-US" altLang="en-US" sz="1800">
              <a:latin typeface="Times New Roman" panose="02020603050405020304" charset="0"/>
              <a:cs typeface="Times New Roman" panose="02020603050405020304" charset="0"/>
            </a:endParaRPr>
          </a:p>
          <a:p>
            <a:pPr fontAlgn="auto">
              <a:lnSpc>
                <a:spcPct val="150000"/>
              </a:lnSpc>
              <a:buFont typeface="Arial" panose="020B0604020202020204" pitchFamily="34" charset="0"/>
              <a:buChar char="•"/>
            </a:pPr>
            <a:r>
              <a:rPr lang="en-US" altLang="en-US" sz="1800">
                <a:latin typeface="Times New Roman" panose="02020603050405020304" charset="0"/>
                <a:cs typeface="Times New Roman" panose="02020603050405020304" charset="0"/>
              </a:rPr>
              <a:t>Users can reset the form and perform multiple assessments easily.</a:t>
            </a:r>
            <a:endParaRPr lang="en-US" altLang="en-US" sz="1800">
              <a:latin typeface="Times New Roman" panose="02020603050405020304" charset="0"/>
              <a:cs typeface="Times New Roman" panose="02020603050405020304" charset="0"/>
            </a:endParaRPr>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t> Code</a:t>
            </a:r>
            <a:endParaRPr 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pic>
        <p:nvPicPr>
          <p:cNvPr id="4" name="Picture 3" descr="Screenshot 2026-03-25 173822"/>
          <p:cNvPicPr>
            <a:picLocks noChangeAspect="1"/>
          </p:cNvPicPr>
          <p:nvPr/>
        </p:nvPicPr>
        <p:blipFill>
          <a:blip r:embed="rId1"/>
          <a:stretch>
            <a:fillRect/>
          </a:stretch>
        </p:blipFill>
        <p:spPr>
          <a:xfrm>
            <a:off x="1003300" y="810260"/>
            <a:ext cx="6910070" cy="3416935"/>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t>ML Outputs:</a:t>
            </a:r>
            <a:endParaRPr 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pic>
        <p:nvPicPr>
          <p:cNvPr id="7" name="Picture 7" descr="mlimage1"/>
          <p:cNvPicPr>
            <a:picLocks noChangeAspect="1"/>
          </p:cNvPicPr>
          <p:nvPr/>
        </p:nvPicPr>
        <p:blipFill>
          <a:blip r:embed="rId1"/>
          <a:stretch>
            <a:fillRect/>
          </a:stretch>
        </p:blipFill>
        <p:spPr>
          <a:xfrm>
            <a:off x="684530" y="981075"/>
            <a:ext cx="7264400" cy="309308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pic>
        <p:nvPicPr>
          <p:cNvPr id="6" name="Picture 5"/>
          <p:cNvPicPr>
            <a:picLocks noChangeAspect="1"/>
          </p:cNvPicPr>
          <p:nvPr/>
        </p:nvPicPr>
        <p:blipFill>
          <a:blip r:embed="rId1"/>
          <a:stretch>
            <a:fillRect/>
          </a:stretch>
        </p:blipFill>
        <p:spPr>
          <a:xfrm>
            <a:off x="471805" y="753745"/>
            <a:ext cx="7994015" cy="3635375"/>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pic>
        <p:nvPicPr>
          <p:cNvPr id="8" name="Picture 8" descr="mlimage2"/>
          <p:cNvPicPr>
            <a:picLocks noChangeAspect="1"/>
          </p:cNvPicPr>
          <p:nvPr/>
        </p:nvPicPr>
        <p:blipFill>
          <a:blip r:embed="rId1"/>
          <a:stretch>
            <a:fillRect/>
          </a:stretch>
        </p:blipFill>
        <p:spPr>
          <a:xfrm>
            <a:off x="1196340" y="853123"/>
            <a:ext cx="6751320" cy="3437255"/>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t> Output</a:t>
            </a:r>
            <a:endParaRPr 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pic>
        <p:nvPicPr>
          <p:cNvPr id="9" name="Picture 8" descr="Screenshot 2026-03-25 164247"/>
          <p:cNvPicPr>
            <a:picLocks noChangeAspect="1"/>
          </p:cNvPicPr>
          <p:nvPr/>
        </p:nvPicPr>
        <p:blipFill>
          <a:blip r:embed="rId1"/>
          <a:stretch>
            <a:fillRect/>
          </a:stretch>
        </p:blipFill>
        <p:spPr>
          <a:xfrm>
            <a:off x="697230" y="792480"/>
            <a:ext cx="7840980" cy="3829685"/>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pic>
        <p:nvPicPr>
          <p:cNvPr id="8" name="Picture 7" descr="Screenshot 2026-03-25 164235"/>
          <p:cNvPicPr>
            <a:picLocks noChangeAspect="1"/>
          </p:cNvPicPr>
          <p:nvPr/>
        </p:nvPicPr>
        <p:blipFill>
          <a:blip r:embed="rId1"/>
          <a:stretch>
            <a:fillRect/>
          </a:stretch>
        </p:blipFill>
        <p:spPr>
          <a:xfrm>
            <a:off x="769620" y="516255"/>
            <a:ext cx="7984490" cy="4204335"/>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762" y="271107"/>
            <a:ext cx="8349916" cy="415498"/>
          </a:xfrm>
        </p:spPr>
        <p:txBody>
          <a:bodyPr/>
          <a:lstStyle/>
          <a:p>
            <a:r>
              <a:rPr lang="en-IN" sz="2400" b="1" dirty="0">
                <a:latin typeface="Times New Roman" panose="02020603050405020304" charset="0"/>
                <a:cs typeface="Times New Roman" panose="02020603050405020304" charset="0"/>
              </a:rPr>
              <a:t>Advantages</a:t>
            </a:r>
            <a:endParaRPr lang="en-IN" sz="2400" b="1" dirty="0">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4"/>
          </p:nvPr>
        </p:nvSpPr>
        <p:spPr/>
        <p:txBody>
          <a:bodyPr/>
          <a:lstStyle/>
          <a:p>
            <a:fld id="{4B327F5A-7D8F-4012-9A1A-2197D74A174F}" type="slidenum">
              <a:rPr lang="en-IN" smtClean="0"/>
            </a:fld>
            <a:endParaRPr lang="en-IN" dirty="0"/>
          </a:p>
        </p:txBody>
      </p:sp>
      <p:sp>
        <p:nvSpPr>
          <p:cNvPr id="5" name="TextBox 4"/>
          <p:cNvSpPr txBox="1"/>
          <p:nvPr/>
        </p:nvSpPr>
        <p:spPr bwMode="auto">
          <a:xfrm>
            <a:off x="203200" y="598805"/>
            <a:ext cx="7999730" cy="4133850"/>
          </a:xfrm>
          <a:prstGeom prst="rect">
            <a:avLst/>
          </a:prstGeom>
          <a:noFill/>
          <a:ln w="19050" algn="ctr">
            <a:noFill/>
            <a:miter lim="800000"/>
          </a:ln>
        </p:spPr>
        <p:txBody>
          <a:bodyPr wrap="square">
            <a:no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rPr>
              <a:t>Provides early detection of stroke risk, helping users take preventive measures in time.</a:t>
            </a: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rPr>
              <a:t>Offers instant results, reducing the need for time-consuming manual assessments.</a:t>
            </a: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rPr>
              <a:t>Combines multiple health and lifestyle factors for more comprehensive analysis.</a:t>
            </a: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rPr>
              <a:t>Generates personalized recommendations based on individual risk levels.</a:t>
            </a: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rPr>
              <a:t>Features a user-friendly interface, making it easy for anyone to use.</a:t>
            </a: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rPr>
              <a:t>No installation or backend required, runs directly in the browser.</a:t>
            </a: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rPr>
              <a:t>Accessible on multiple devices (mobile, tablet, desktop).</a:t>
            </a: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rPr>
              <a:t>Helps in increasing health awareness among users.</a:t>
            </a: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a:p>
            <a:pPr marL="0" marR="0" lvl="0" indent="0" algn="just" defTabSz="914400" rtl="0" eaLnBrk="0" fontAlgn="base" latinLnBrk="0" hangingPunct="0">
              <a:lnSpc>
                <a:spcPct val="150000"/>
              </a:lnSpc>
              <a:spcBef>
                <a:spcPct val="0"/>
              </a:spcBef>
              <a:spcAft>
                <a:spcPct val="0"/>
              </a:spcAft>
              <a:buClrTx/>
              <a:buSzTx/>
              <a:buFontTx/>
              <a:buNone/>
            </a:pP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a:p>
            <a:pPr marL="0" marR="0" lvl="0" indent="0" algn="just" defTabSz="914400" rtl="0" eaLnBrk="0" fontAlgn="base" latinLnBrk="0" hangingPunct="0">
              <a:lnSpc>
                <a:spcPct val="150000"/>
              </a:lnSpc>
              <a:spcBef>
                <a:spcPct val="0"/>
              </a:spcBef>
              <a:spcAft>
                <a:spcPct val="0"/>
              </a:spcAft>
              <a:buClrTx/>
              <a:buSzTx/>
              <a:buFontTx/>
              <a:buNone/>
            </a:pPr>
            <a:endParaRPr kumimoji="0" lang="en-US" altLang="en-US" sz="1800" b="0" i="0" u="none" strike="noStrike" cap="none" normalizeH="0" baseline="0" dirty="0">
              <a:ln>
                <a:noFill/>
              </a:ln>
              <a:solidFill>
                <a:schemeClr val="accent3"/>
              </a:solidFill>
              <a:effectLst/>
              <a:latin typeface="Times New Roman" panose="02020603050405020304" charset="0"/>
              <a:cs typeface="Times New Roman" panose="02020603050405020304" charset="0"/>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t>Applications</a:t>
            </a:r>
            <a:endParaRPr lang="en-US"/>
          </a:p>
        </p:txBody>
      </p:sp>
      <p:sp>
        <p:nvSpPr>
          <p:cNvPr id="3" name="Content Placeholder 2"/>
          <p:cNvSpPr>
            <a:spLocks noGrp="1"/>
          </p:cNvSpPr>
          <p:nvPr>
            <p:ph idx="1"/>
          </p:nvPr>
        </p:nvSpPr>
        <p:spPr/>
        <p:txBody>
          <a:bodyPr/>
          <a:p>
            <a:pPr marL="342900" indent="-342900">
              <a:buFont typeface="+mj-lt"/>
              <a:buAutoNum type="arabicPeriod"/>
            </a:pPr>
            <a:r>
              <a:rPr lang="en-US" altLang="en-US" sz="1800"/>
              <a:t>Used in hospitals and clinics for preliminary stroke risk assessment.</a:t>
            </a:r>
            <a:endParaRPr lang="en-US" altLang="en-US" sz="1800"/>
          </a:p>
          <a:p>
            <a:pPr marL="342900" indent="-342900">
              <a:buFont typeface="+mj-lt"/>
              <a:buAutoNum type="arabicPeriod"/>
            </a:pPr>
            <a:r>
              <a:rPr lang="en-US" altLang="en-US" sz="1800"/>
              <a:t>Helpful for individual users to monitor their health and take preventive actions.</a:t>
            </a:r>
            <a:endParaRPr lang="en-US" altLang="en-US" sz="1800"/>
          </a:p>
          <a:p>
            <a:pPr marL="342900" indent="-342900">
              <a:buFont typeface="+mj-lt"/>
              <a:buAutoNum type="arabicPeriod"/>
            </a:pPr>
            <a:r>
              <a:rPr lang="en-US" altLang="en-US" sz="1800"/>
              <a:t>Can be integrated into healthcare web applications for real-time risk analysis.</a:t>
            </a:r>
            <a:endParaRPr lang="en-US" altLang="en-US" sz="1800"/>
          </a:p>
          <a:p>
            <a:pPr marL="342900" indent="-342900">
              <a:buFont typeface="+mj-lt"/>
              <a:buAutoNum type="arabicPeriod"/>
            </a:pPr>
            <a:r>
              <a:rPr lang="en-US" altLang="en-US" sz="1800"/>
              <a:t>Useful in telemedicine platforms for remote patient monitoring.</a:t>
            </a:r>
            <a:endParaRPr lang="en-US" altLang="en-US" sz="1800"/>
          </a:p>
          <a:p>
            <a:pPr marL="342900" indent="-342900">
              <a:buFont typeface="+mj-lt"/>
              <a:buAutoNum type="arabicPeriod"/>
            </a:pPr>
            <a:r>
              <a:rPr lang="en-US" altLang="en-US" sz="1800"/>
              <a:t>Supports fitness and wellness programs by tracking lifestyle-related risks.</a:t>
            </a:r>
            <a:endParaRPr lang="en-US" altLang="en-US" sz="1800"/>
          </a:p>
          <a:p>
            <a:pPr marL="342900" indent="-342900">
              <a:buFont typeface="+mj-lt"/>
              <a:buAutoNum type="arabicPeriod"/>
            </a:pPr>
            <a:r>
              <a:rPr lang="en-US" altLang="en-US" sz="1800"/>
              <a:t>Can be used by doctors as a decision-support tool for early diagnosis.</a:t>
            </a:r>
            <a:endParaRPr lang="en-US" altLang="en-US" sz="1800"/>
          </a:p>
          <a:p>
            <a:pPr marL="342900" indent="-342900">
              <a:buFont typeface="+mj-lt"/>
              <a:buAutoNum type="arabicPeriod"/>
            </a:pPr>
            <a:r>
              <a:rPr lang="en-US" altLang="en-US" sz="1800"/>
              <a:t>Applicable in health awareness campaigns to educate people about stroke risks.</a:t>
            </a:r>
            <a:endParaRPr lang="en-US" altLang="en-US" sz="1800"/>
          </a:p>
          <a:p>
            <a:pPr marL="342900" indent="-342900">
              <a:buFont typeface="+mj-lt"/>
              <a:buAutoNum type="arabicPeriod"/>
            </a:pPr>
            <a:r>
              <a:rPr lang="en-US" altLang="en-US" sz="1800"/>
              <a:t>Useful for research and data analysis in healthcare studies.</a:t>
            </a:r>
            <a:endParaRPr lang="en-US" altLang="en-US" sz="1800"/>
          </a:p>
          <a:p>
            <a:pPr marL="342900" indent="-342900">
              <a:buFont typeface="+mj-lt"/>
              <a:buAutoNum type="arabicPeriod"/>
            </a:pPr>
            <a:r>
              <a:rPr lang="en-US" altLang="en-US" sz="1800"/>
              <a:t>Can be integrated with mobile health apps for continuous monitoring.</a:t>
            </a:r>
            <a:endParaRPr lang="en-US" altLang="en-US"/>
          </a:p>
        </p:txBody>
      </p:sp>
      <p:sp>
        <p:nvSpPr>
          <p:cNvPr id="4" name="Slide Number Placeholder 3"/>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762" y="271529"/>
            <a:ext cx="8349916" cy="414655"/>
          </a:xfrm>
        </p:spPr>
        <p:txBody>
          <a:bodyPr/>
          <a:lstStyle/>
          <a:p>
            <a:r>
              <a:rPr altLang="en-IN" sz="2400" dirty="0">
                <a:latin typeface="Times New Roman" panose="02020603050405020304" charset="0"/>
                <a:cs typeface="Times New Roman" panose="02020603050405020304" charset="0"/>
              </a:rPr>
              <a:t>Conclusion </a:t>
            </a:r>
            <a:endParaRPr altLang="en-IN" sz="2400" dirty="0">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4"/>
          </p:nvPr>
        </p:nvSpPr>
        <p:spPr/>
        <p:txBody>
          <a:bodyPr/>
          <a:lstStyle/>
          <a:p>
            <a:fld id="{4B327F5A-7D8F-4012-9A1A-2197D74A174F}" type="slidenum">
              <a:rPr lang="en-IN" smtClean="0"/>
            </a:fld>
            <a:endParaRPr lang="en-IN" dirty="0"/>
          </a:p>
        </p:txBody>
      </p:sp>
      <p:sp>
        <p:nvSpPr>
          <p:cNvPr id="3" name="TextBox 2"/>
          <p:cNvSpPr txBox="1"/>
          <p:nvPr/>
        </p:nvSpPr>
        <p:spPr bwMode="auto">
          <a:xfrm>
            <a:off x="378460" y="687070"/>
            <a:ext cx="8087995" cy="5741670"/>
          </a:xfrm>
          <a:prstGeom prst="rect">
            <a:avLst/>
          </a:prstGeom>
          <a:noFill/>
          <a:ln w="19050" algn="ctr">
            <a:noFill/>
            <a:miter lim="800000"/>
          </a:ln>
        </p:spPr>
        <p:txBody>
          <a:bodyPr wrap="square" lIns="0" tIns="0" rIns="0" bIns="0" rtlCol="0">
            <a:noAutofit/>
          </a:bodyPr>
          <a:lstStyle/>
          <a:p>
            <a:pPr marR="0" lvl="0" indent="0" algn="l" defTabSz="914400" rtl="0" eaLnBrk="0" fontAlgn="base" hangingPunct="0">
              <a:lnSpc>
                <a:spcPct val="150000"/>
              </a:lnSpc>
              <a:spcBef>
                <a:spcPct val="0"/>
              </a:spcBef>
              <a:spcAft>
                <a:spcPct val="0"/>
              </a:spcAft>
              <a:buClrTx/>
              <a:buSzTx/>
              <a:buFontTx/>
              <a:buChar char="•"/>
            </a:pPr>
            <a:r>
              <a:rPr kumimoji="0" lang="en-US" altLang="en-US" b="0" i="0" u="none" strike="noStrike" cap="none" normalizeH="0" baseline="0" dirty="0">
                <a:ln>
                  <a:noFill/>
                </a:ln>
                <a:solidFill>
                  <a:schemeClr val="accent5"/>
                </a:solidFill>
                <a:effectLst/>
                <a:latin typeface="Times New Roman" panose="02020603050405020304" charset="0"/>
                <a:cs typeface="Times New Roman" panose="02020603050405020304" charset="0"/>
              </a:rPr>
              <a:t>The Stroke Risk Prediction System is an effective and user-friendly tool designed to assess an individual’s risk of stroke using a combination of clinical and lifestyle factors. By providing instant risk evaluation and personalized recommendations, the system helps users gain better awareness of their health condition and encourages early preventive measures. Its browser-based design ensures easy accessibility without the need for complex installations, making it suitable for a wide range of users. Although it does not replace professional medical diagnosis, it serves as a valuable preliminary assessment tool that can support healthier lifestyle decisions and reduce the chances of severe complications. </a:t>
            </a:r>
            <a:endParaRPr kumimoji="0" lang="en-US" altLang="en-US" b="0" i="0" u="none" strike="noStrike" cap="none" normalizeH="0" baseline="0" dirty="0">
              <a:ln>
                <a:noFill/>
              </a:ln>
              <a:solidFill>
                <a:schemeClr val="accent5"/>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50000"/>
              </a:lnSpc>
              <a:spcBef>
                <a:spcPct val="0"/>
              </a:spcBef>
              <a:spcAft>
                <a:spcPct val="0"/>
              </a:spcAft>
              <a:buClrTx/>
              <a:buSzTx/>
              <a:buFontTx/>
              <a:buNone/>
            </a:pPr>
            <a:endParaRPr kumimoji="0" lang="en-US" altLang="en-US" sz="1500" b="0" i="0" u="none" strike="noStrike" cap="none" normalizeH="0" baseline="0" dirty="0">
              <a:ln>
                <a:noFill/>
              </a:ln>
              <a:solidFill>
                <a:schemeClr val="tx1"/>
              </a:solidFill>
              <a:effectLst/>
              <a:latin typeface="Times New Roman" panose="02020603050405020304" charset="0"/>
              <a:cs typeface="Times New Roman" panose="02020603050405020304" charset="0"/>
            </a:endParaRPr>
          </a:p>
          <a:p>
            <a:pPr>
              <a:lnSpc>
                <a:spcPct val="150000"/>
              </a:lnSpc>
            </a:pPr>
            <a:endParaRPr lang="en-IN" sz="1500" dirty="0">
              <a:latin typeface="Times New Roman" panose="02020603050405020304" charset="0"/>
              <a:cs typeface="Times New Roman" panose="02020603050405020304" charset="0"/>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4B327F5A-7D8F-4012-9A1A-2197D74A174F}" type="slidenum">
              <a:rPr lang="en-IN" smtClean="0"/>
            </a:fld>
            <a:endParaRPr lang="en-IN" dirty="0"/>
          </a:p>
        </p:txBody>
      </p:sp>
      <p:sp>
        <p:nvSpPr>
          <p:cNvPr id="5" name="TextBox 4"/>
          <p:cNvSpPr txBox="1"/>
          <p:nvPr/>
        </p:nvSpPr>
        <p:spPr bwMode="auto">
          <a:xfrm>
            <a:off x="351322" y="617549"/>
            <a:ext cx="8695242" cy="646331"/>
          </a:xfrm>
          <a:prstGeom prst="rect">
            <a:avLst/>
          </a:prstGeom>
          <a:noFill/>
          <a:ln w="19050" algn="ctr">
            <a:noFill/>
            <a:miter lim="800000"/>
          </a:ln>
        </p:spPr>
        <p:txBody>
          <a:bodyPr wrap="square">
            <a:spAutoFit/>
          </a:bodyPr>
          <a:lstStyle/>
          <a:p>
            <a:br>
              <a:rPr lang="en-US" dirty="0">
                <a:effectLst/>
              </a:rPr>
            </a:br>
            <a:endParaRPr lang="en-IN" dirty="0"/>
          </a:p>
        </p:txBody>
      </p:sp>
      <p:pic>
        <p:nvPicPr>
          <p:cNvPr id="8" name="Picture 7"/>
          <p:cNvPicPr>
            <a:picLocks noChangeAspect="1"/>
          </p:cNvPicPr>
          <p:nvPr/>
        </p:nvPicPr>
        <p:blipFill>
          <a:blip r:embed="rId1"/>
          <a:stretch>
            <a:fillRect/>
          </a:stretch>
        </p:blipFill>
        <p:spPr>
          <a:xfrm>
            <a:off x="2585545" y="1728662"/>
            <a:ext cx="3969130" cy="1684572"/>
          </a:xfrm>
          <a:prstGeom prst="rect">
            <a:avLst/>
          </a:prstGeom>
        </p:spPr>
      </p:pic>
    </p:spTree>
  </p:cSld>
  <p:clrMapOvr>
    <a:masterClrMapping/>
  </p:clrMapOvr>
  <p:transition>
    <p:fade/>
  </p:transition>
</p:sld>
</file>

<file path=ppt/theme/theme1.xml><?xml version="1.0" encoding="utf-8"?>
<a:theme xmlns:a="http://schemas.openxmlformats.org/drawingml/2006/main" name="MC Powerpoint Template">
  <a:themeElements>
    <a:clrScheme name="Custom 1">
      <a:dk1>
        <a:srgbClr val="005094"/>
      </a:dk1>
      <a:lt1>
        <a:srgbClr val="FFFFFF"/>
      </a:lt1>
      <a:dk2>
        <a:srgbClr val="FFFFFF"/>
      </a:dk2>
      <a:lt2>
        <a:srgbClr val="FFFFFF"/>
      </a:lt2>
      <a:accent1>
        <a:srgbClr val="005094"/>
      </a:accent1>
      <a:accent2>
        <a:srgbClr val="525252"/>
      </a:accent2>
      <a:accent3>
        <a:srgbClr val="525252"/>
      </a:accent3>
      <a:accent4>
        <a:srgbClr val="005094"/>
      </a:accent4>
      <a:accent5>
        <a:srgbClr val="525252"/>
      </a:accent5>
      <a:accent6>
        <a:srgbClr val="005094"/>
      </a:accent6>
      <a:hlink>
        <a:srgbClr val="525252"/>
      </a:hlink>
      <a:folHlink>
        <a:srgbClr val="005094"/>
      </a:folHlink>
    </a:clrScheme>
    <a:fontScheme name="Montgomery Colle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51237F"/>
        </a:solidFill>
        <a:ln w="19050" algn="ctr">
          <a:noFill/>
          <a:miter lim="800000"/>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ln>
      </a:spPr>
      <a:bodyPr wrap="square" lIns="0" tIns="0" rIns="0" bIns="0" rtlCol="0">
        <a:spAutoFit/>
      </a:bodyPr>
      <a:lstStyle>
        <a:defPPr>
          <a:defRPr sz="2000" dirty="0" err="1"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5122</Words>
  <Application>WPS Presentation</Application>
  <PresentationFormat>On-screen Show (16:9)</PresentationFormat>
  <Paragraphs>125</Paragraphs>
  <Slides>17</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SimSun</vt:lpstr>
      <vt:lpstr>Wingdings</vt:lpstr>
      <vt:lpstr>Roboto</vt:lpstr>
      <vt:lpstr>Times New Roman</vt:lpstr>
      <vt:lpstr>Microsoft YaHei</vt:lpstr>
      <vt:lpstr>Arial Unicode MS</vt:lpstr>
      <vt:lpstr>Garamond</vt:lpstr>
      <vt:lpstr>MC Powerpoint Template</vt:lpstr>
      <vt:lpstr>Course Title - AI SPECIALIST </vt:lpstr>
      <vt:lpstr>Introduction</vt:lpstr>
      <vt:lpstr>Problem Statement</vt:lpstr>
      <vt:lpstr>System Architecture</vt:lpstr>
      <vt:lpstr>Objectives</vt:lpstr>
      <vt:lpstr>Working Algorithm </vt:lpstr>
      <vt:lpstr>PowerPoint 演示文稿</vt:lpstr>
      <vt:lpstr> Code</vt:lpstr>
      <vt:lpstr>ML Outputs:</vt:lpstr>
      <vt:lpstr>PowerPoint 演示文稿</vt:lpstr>
      <vt:lpstr>PowerPoint 演示文稿</vt:lpstr>
      <vt:lpstr> Output</vt:lpstr>
      <vt:lpstr>PowerPoint 演示文稿</vt:lpstr>
      <vt:lpstr>Advantages</vt:lpstr>
      <vt:lpstr>Applications</vt:lpstr>
      <vt:lpstr>Conclusion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SUJITH B</dc:creator>
  <cp:lastModifiedBy>GADDAM POOJITHA</cp:lastModifiedBy>
  <cp:revision>14</cp:revision>
  <dcterms:created xsi:type="dcterms:W3CDTF">2016-09-09T13:34:00Z</dcterms:created>
  <dcterms:modified xsi:type="dcterms:W3CDTF">2026-09-15T13:56:01Z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CFC13EE575BD4F8183D67A885C6213E8_13</vt:lpwstr>
  </property>
  <property fmtid="{D5CDD505-2E9C-101B-9397-08002B2CF9AE}" pid="3" name="KSOProductBuildVer">
    <vt:lpwstr>1033-12.1.0.28032</vt:lpwstr>
  </property>
</Properties>
</file>